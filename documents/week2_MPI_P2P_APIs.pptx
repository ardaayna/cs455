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S455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288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· Intro GPU Cluster Programming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MPI Point-to-Point APIs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Understanding communication, synchronization, and timing in array_sum_p2p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5074920" cy="868680"/>
          </a:xfrm>
          <a:prstGeom prst="roundRect">
            <a:avLst>
              <a:gd name="adj" fmla="val 526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MPI_Send()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2889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Send data to another rank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51760" y="3255264"/>
            <a:ext cx="2651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886200"/>
            <a:ext cx="5074920" cy="868680"/>
          </a:xfrm>
          <a:prstGeom prst="roundRect">
            <a:avLst>
              <a:gd name="adj" fmla="val 526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4032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MPI_Recv()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4032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Receive data from another rank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51760" y="4398264"/>
            <a:ext cx="2651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743200"/>
            <a:ext cx="5074920" cy="868680"/>
          </a:xfrm>
          <a:prstGeom prst="roundRect">
            <a:avLst>
              <a:gd name="adj" fmla="val 526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MPI_Barrier()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2889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Wait until everyone arrives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3255264"/>
            <a:ext cx="2651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886200"/>
            <a:ext cx="5074920" cy="868680"/>
          </a:xfrm>
          <a:prstGeom prst="roundRect">
            <a:avLst>
              <a:gd name="adj" fmla="val 526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4032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MPI_Wtime()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4032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Measure elapsed wall-clock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83880" y="4398264"/>
            <a:ext cx="2651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These APIs make the “divide → compute → combine” pattern explicit.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897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CS455 · Week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MPI_Send(): “Send this data to Rank X”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blocking point-to-point send from one MPI process to another.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658368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61872"/>
            <a:ext cx="106801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MPI_Send(buffer, count, datatype, destination, tag, communicator);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350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sender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857232" y="224028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0" y="2350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48672" y="26334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receiver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2615184"/>
            <a:ext cx="7324344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32120" y="2304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381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4290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Where is the data I want to send?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+ datatype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42519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How much data, and what type?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98348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84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50749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Which rank should receive it?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33756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4381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34290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What “label” should this message carry?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16052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42519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Which group of MPI processes?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784080" y="5074920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0656" y="51114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Analogy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12280" y="54864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“Rank 0: send these numbers to Rank 1.”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MPI_Recv(): “I am waiting for data from Rank X”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receive must match the sender’s communicator, tag, and message envelope.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658368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61872"/>
            <a:ext cx="106801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MPI_Recv(buffer, count, datatype, source, tag, communicator, status);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877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sender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857232" y="219456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0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48672" y="25877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receiver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2578608"/>
            <a:ext cx="7324344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0" y="2926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Rank 1 blocks here until a matching message arrives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2044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Receiver specifies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041648"/>
            <a:ext cx="43891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source rank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tag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datatype / maximum 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communicator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Where does the data go?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096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MPI writes the received values into the buffer you pass to MPI_Recv().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5230368"/>
            <a:ext cx="1051560" cy="292608"/>
          </a:xfrm>
          <a:prstGeom prst="roundRect">
            <a:avLst>
              <a:gd name="adj" fmla="val 4687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526694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Analogy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5614416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“Rank 1: wait until Rank 0 sends me my chunk.”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How MPI Matches a Send with a Receive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Messages do not just “find” a receiver; MPI matches them using message metadata.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9834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81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Sender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4434840" cy="15087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2039112"/>
            <a:ext cx="414223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MPI_Send(...,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dest = 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tag  = 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MPI_COMM_WORLD);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1234440"/>
            <a:ext cx="49834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Receiver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434840" cy="1737360"/>
          </a:xfrm>
          <a:prstGeom prst="roundRect">
            <a:avLst>
              <a:gd name="adj" fmla="val 157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58584" y="2039112"/>
            <a:ext cx="4142232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MPI_Recv(...,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source = 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tag    = 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MPI_COMM_WORLD,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MPI_STATUS_IGNORE);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2788920"/>
            <a:ext cx="100584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22976" y="24505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MATCH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8221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Tag = message label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Useful when the same pair of ranks exchanges different kinds of messages.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12280" y="3913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MPI_STATUS_IGNORE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426110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“I received the data, but I do not need extra metadata about the message.”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03120" y="5742432"/>
            <a:ext cx="8046720" cy="475488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5861304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If sender/receiver expectations do not match, the program can wait indefinitely or receive the wrong message.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MPI_Barrier(): “Nobody goes past until everyone arrives”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collective synchronization point for all ranks in the communicator.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170432"/>
            <a:ext cx="4023360" cy="621792"/>
          </a:xfrm>
          <a:prstGeom prst="roundRect">
            <a:avLst>
              <a:gd name="adj" fmla="val 4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89304"/>
            <a:ext cx="37307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MPI_Barrier(MPI_COMM_WORLD);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50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arrives early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2606040"/>
            <a:ext cx="2834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7180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81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0280" y="3337560"/>
            <a:ext cx="2834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0332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13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4069080"/>
            <a:ext cx="2834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3484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5445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8280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arrives last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40280" y="4800600"/>
            <a:ext cx="2834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1965960"/>
            <a:ext cx="182880" cy="3401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5532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BARRIER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2606040"/>
            <a:ext cx="2560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57800" y="3337560"/>
            <a:ext cx="2560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57800" y="4069080"/>
            <a:ext cx="2560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57800" y="4800600"/>
            <a:ext cx="2560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00100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continue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12480" y="1920240"/>
            <a:ext cx="3154680" cy="2377440"/>
          </a:xfrm>
          <a:prstGeom prst="roundRect">
            <a:avLst>
              <a:gd name="adj" fmla="val 230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2194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Why use it before timing?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41080" y="263347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Make every rank start the measured region from the same synchronization point.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41080" y="3566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It does not make computation faster — it coordinates processes.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MPI_Wtime(): Measure Elapsed Wall-Clock Time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MPI_Wtime() returns a timestamp in seconds; subtract two timestamps to get elapsed time.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577840" cy="4389120"/>
          </a:xfrm>
          <a:prstGeom prst="roundRect">
            <a:avLst>
              <a:gd name="adj" fmla="val 62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353312"/>
            <a:ext cx="5285232" cy="4151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MPI_Barrier(MPI_COMM_WORLD);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start = MPI_Wtime();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communication + computation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MPI_Barrier(MPI_COMM_WORLD);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end = MPI_Wtime();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printf("Time = %f seconds\n", end - start);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20840" y="1463040"/>
            <a:ext cx="4709160" cy="109728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MPI_Wtime()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81160" y="17556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Take a timestamp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052560" y="2697480"/>
            <a:ext cx="0" cy="137160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32688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measured region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4160520"/>
            <a:ext cx="4709160" cy="109728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44622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MPI_Wtime()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0" y="44622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Take another timestamp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78040" y="5532120"/>
            <a:ext cx="3886200" cy="50292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6784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Elapsed time = end − start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0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How the APIs Fit Together in array_sum_p2p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Rank 0 distributes array chunks, all ranks compute, then workers return partial sums.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21808" y="1261872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31536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13248" y="16550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master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40680" y="21214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Full array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98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821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keeps chunk 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278892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898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1821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receives chunk 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852160" y="278892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2898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1821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receives chunk 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58200" y="2788920"/>
            <a:ext cx="15087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2898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Rank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49640" y="31821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receives chunk 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0760" y="1874520"/>
            <a:ext cx="-2084832" cy="8686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80760" y="1874520"/>
            <a:ext cx="521208" cy="8686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1874520"/>
            <a:ext cx="3127248" cy="8686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543800" y="2084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MPI_Send / MPI_Recv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" y="3913632"/>
            <a:ext cx="1298448" cy="502920"/>
          </a:xfrm>
          <a:prstGeom prst="roundRect">
            <a:avLst>
              <a:gd name="adj" fmla="val 545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069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local_sum0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3913632"/>
            <a:ext cx="1298448" cy="502920"/>
          </a:xfrm>
          <a:prstGeom prst="roundRect">
            <a:avLst>
              <a:gd name="adj" fmla="val 545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4069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local_sum1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61888" y="3913632"/>
            <a:ext cx="1298448" cy="502920"/>
          </a:xfrm>
          <a:prstGeom prst="roundRect">
            <a:avLst>
              <a:gd name="adj" fmla="val 545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4069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local_sum2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67928" y="3913632"/>
            <a:ext cx="1298448" cy="502920"/>
          </a:xfrm>
          <a:prstGeom prst="roundRect">
            <a:avLst>
              <a:gd name="adj" fmla="val 545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4069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local_sum3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9476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Each process sums its own part in parallel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95928" y="4434840"/>
            <a:ext cx="2084832" cy="91440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01968" y="4434840"/>
            <a:ext cx="-521208" cy="91440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208008" y="4434840"/>
            <a:ext cx="-3127248" cy="91440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83480" y="5321808"/>
            <a:ext cx="2194560" cy="585216"/>
          </a:xfrm>
          <a:prstGeom prst="roundRect">
            <a:avLst>
              <a:gd name="adj" fmla="val 625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5449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Rank 0 adds all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partial sums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97280" y="6089904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Timing wrapper: MPI_Barrier() → MPI_Wtime() → work → MPI_Barrier() → MPI_Wtime()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NJIT CS455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MPI Point-to-Point APIs</dc:title>
  <dc:subject>CS455 MPI Point-to-Point APIs</dc:subject>
  <dc:creator>OpenAI</dc:creator>
  <cp:lastModifiedBy>OpenAI</cp:lastModifiedBy>
  <cp:revision>1</cp:revision>
  <dcterms:created xsi:type="dcterms:W3CDTF">2026-09-07T03:12:49Z</dcterms:created>
  <dcterms:modified xsi:type="dcterms:W3CDTF">2026-09-07T03:12:49Z</dcterms:modified>
</cp:coreProperties>
</file>