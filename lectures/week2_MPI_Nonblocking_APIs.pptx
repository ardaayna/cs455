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• Intro GPU Cluster Programming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0" y="651052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 Point-to-Point Communication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Non-Blocking MPI Communication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19019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MPI_Isend() • MPI_Irecv() • MPI_Request • MPI_Wait()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Blocking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2670048"/>
            <a:ext cx="2926080" cy="530352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28163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62828"/>
                </a:solidFill>
              </a:rPr>
              <a:t>Communication / wait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93792" y="2761488"/>
            <a:ext cx="502920" cy="32004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2670048"/>
            <a:ext cx="2377440" cy="530352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816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Do computation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Non-blocking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514600" y="3813048"/>
            <a:ext cx="1828800" cy="530352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B7DD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395935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Start communication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07992" y="3904488"/>
            <a:ext cx="502920" cy="32004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3813048"/>
            <a:ext cx="2468880" cy="53035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BED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3959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75B5"/>
                </a:solidFill>
              </a:rPr>
              <a:t>Do useful computation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90688" y="3904488"/>
            <a:ext cx="502920" cy="32004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0768" y="3813048"/>
            <a:ext cx="1965960" cy="530352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0C9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39593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65911"/>
                </a:solidFill>
              </a:rPr>
              <a:t>Wait only when needed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828800" y="50749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Core idea: initiate communication now, finish/check it later.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MPI_Isend(): Start a Send Without Waiting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The call returns before the send operation is guaranteed to be complete.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754880" cy="4343400"/>
          </a:xfrm>
          <a:prstGeom prst="roundRect">
            <a:avLst>
              <a:gd name="adj" fmla="val 105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45336"/>
            <a:ext cx="4425696" cy="4087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MPI_Request request;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MPI_Isend(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&amp;data,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MPI_INT,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MPI_COMM_WORLD,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&amp;request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41732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14447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75B5"/>
                </a:solidFill>
              </a:rPr>
              <a:t>I = Immediate / Non-blocking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2057400"/>
            <a:ext cx="534924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What happens?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MPI starts the send and gives you an </a:t>
            </a:r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MPI_Request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handle.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Your process can execute the next instruction immediately.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06440" y="3657600"/>
            <a:ext cx="5257800" cy="123444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Important rule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80760" y="4187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 not modify or reuse the send buffer until the request completes.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06440" y="5193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Think of it as: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5138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E79"/>
                </a:solidFill>
              </a:rPr>
              <a:t>“Start sending this message — I will check on it later.”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MPI_Irecv(): Start a Receive Without Waiting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The process continues even if the message has not arrived yet.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4800600" cy="4526280"/>
          </a:xfrm>
          <a:prstGeom prst="roundRect">
            <a:avLst>
              <a:gd name="adj" fmla="val 101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53896"/>
            <a:ext cx="4471416" cy="4270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 = -1;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MPI_Request request;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MPI_Irecv(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&amp;data,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MPI_INT,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MPI_COMM_WORLD,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&amp;request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0644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Immediately after MPI_Irecv():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06440" y="1874520"/>
            <a:ext cx="4937760" cy="77724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71032" y="2002536"/>
            <a:ext cx="46085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printf("data = %d\n", data);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06440" y="2971800"/>
            <a:ext cx="4983480" cy="1115568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0C9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32186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65911"/>
                </a:solidFill>
              </a:rPr>
              <a:t>data may still be -1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126480" y="35844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because the receive may not have completed yet.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806440" y="4434840"/>
            <a:ext cx="4983480" cy="109728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B8DD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46634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After MPI_Wait()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5010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receive is complete → data is safe to 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MPI_Request + MPI_Wait(): How Do We Know It Finished?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Non-blocking calls return a request handle that represents the pending operation.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965960" cy="12344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756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75B5"/>
                </a:solidFill>
              </a:rPr>
              <a:t>1. Start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MPI_Irecv(...)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70632" y="2313432"/>
            <a:ext cx="384048" cy="329184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874520"/>
            <a:ext cx="1965960" cy="12344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0756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2. Continue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37560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Independent 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85232" y="2313432"/>
            <a:ext cx="384048" cy="329184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874520"/>
            <a:ext cx="1965960" cy="123444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0756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5911"/>
                </a:solidFill>
              </a:rPr>
              <a:t>3. Wait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852160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MPI_Wait(...)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99832" y="2313432"/>
            <a:ext cx="384048" cy="329184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1965960" cy="123444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0756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4. Use 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Receive completed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3703320"/>
            <a:ext cx="10012680" cy="205740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3831336"/>
            <a:ext cx="968349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MPI_Request request;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MPI_Irecv(&amp;data, 1, MPI_INT, 0, 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MPI_COMM_WORLD, &amp;request);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independent computation here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MPI_Wait(&amp;request, MPI_STATUS_IGNORE);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printf("Received data = %d\n", data);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594360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MPI_Wait() blocks only at the point where you actually need the communication to be complete.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Blocking vs. Non-Blocking: Same Receive, Different Behavior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Use data = -1 so students can see when the receive has actually completed.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2828"/>
                </a:solidFill>
              </a:rPr>
              <a:t>Blocking: MPI_Recv()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166360" cy="2331720"/>
          </a:xfrm>
          <a:prstGeom prst="roundRect">
            <a:avLst>
              <a:gd name="adj" fmla="val 196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11096"/>
            <a:ext cx="4837176" cy="2075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 = -1;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MPI_Recv(&amp;data, 1, MPI_INT, 0, 0,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MPI_COMM_WORLD, MPI_STATUS_IGNORE);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printf("data = %d\n", data);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4343400"/>
            <a:ext cx="5166360" cy="105156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5902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Process waits at MPI_Recv()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until data arrives.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</a:rPr>
              <a:t>Non-blocking: MPI_Irecv()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166360" cy="2331720"/>
          </a:xfrm>
          <a:prstGeom prst="roundRect">
            <a:avLst>
              <a:gd name="adj" fmla="val 196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911096"/>
            <a:ext cx="4837176" cy="2075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 = -1;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MPI_Request request;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MPI_Irecv(&amp;data, 1, MPI_INT, 0, 0,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MPI_COMM_WORLD, &amp;request);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printf("data = %d\n", data);   // may print -1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09360" y="4343400"/>
            <a:ext cx="5166360" cy="105156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B8DD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5902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Process continues immediately.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Receive may still be pending.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03120" y="580644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Then call MPI_Wait() before using the received value.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Non-Blocking Communication: Three Rules to Remember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508760"/>
            <a:ext cx="3337560" cy="3154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1783080"/>
            <a:ext cx="822960" cy="8229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29968" y="1938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5B5"/>
                </a:solidFill>
              </a:rPr>
              <a:t>Start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06424" y="3246120"/>
            <a:ext cx="267919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MPI_Isend() / MPI_Irecv() initiate the operation and return before completion.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99432" y="1508760"/>
            <a:ext cx="3337560" cy="3154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783080"/>
            <a:ext cx="822960" cy="8229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938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73752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 other 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28616" y="3246120"/>
            <a:ext cx="267919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Use the time between initiation and completion for independent computation.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21624" y="1508760"/>
            <a:ext cx="3337560" cy="315468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4352" y="17830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74352" y="1938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695944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Complete before reuse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50808" y="3246120"/>
            <a:ext cx="267919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Use MPI_Wait() or MPI_Test() before reusing the send buffer or reading the receive buffer.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828800" y="5166360"/>
            <a:ext cx="8549640" cy="82296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0C9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544068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5911"/>
                </a:solidFill>
              </a:rPr>
              <a:t>Goal: overlap communication with useful computation instead of making the process sit idle.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NJIT CS455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MPI_Isend and MPI_Irecv</dc:title>
  <dc:subject>MPI Non-Blocking Point-to-Point Communication</dc:subject>
  <dc:creator>CS455</dc:creator>
  <cp:lastModifiedBy>CS455</cp:lastModifiedBy>
  <cp:revision>1</cp:revision>
  <dcterms:created xsi:type="dcterms:W3CDTF">2026-09-09T16:07:46Z</dcterms:created>
  <dcterms:modified xsi:type="dcterms:W3CDTF">2026-09-09T16:07:46Z</dcterms:modified>
</cp:coreProperties>
</file>